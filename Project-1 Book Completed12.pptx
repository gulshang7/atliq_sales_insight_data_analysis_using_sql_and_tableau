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-437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xmlns="" id="{2463BB8B-7273-4CF6-B389-DC6BBBEB4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Project-1 Book Completed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xmlns="" id="{D654264D-B267-49C7-B531-B256860C9B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File created on: 05-02-2023 14:30:43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Revenue">
            <a:extLst>
              <a:ext uri="{FF2B5EF4-FFF2-40B4-BE49-F238E27FC236}">
                <a16:creationId xmlns:a16="http://schemas.microsoft.com/office/drawing/2014/main" xmlns="" id="{F8A583F2-2CB8-4A76-AD99-A0F79DF87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0" y="1328737"/>
            <a:ext cx="20955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Quantity">
            <a:extLst>
              <a:ext uri="{FF2B5EF4-FFF2-40B4-BE49-F238E27FC236}">
                <a16:creationId xmlns:a16="http://schemas.microsoft.com/office/drawing/2014/main" xmlns="" id="{081FE883-F9C9-4DBC-918E-BFCA0FE30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0" y="1728787"/>
            <a:ext cx="20955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Revenue By Markets">
            <a:extLst>
              <a:ext uri="{FF2B5EF4-FFF2-40B4-BE49-F238E27FC236}">
                <a16:creationId xmlns:a16="http://schemas.microsoft.com/office/drawing/2014/main" xmlns="" id="{A2AD41AF-8170-4D58-ACC2-E17D8F2E7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871"/>
            <a:ext cx="12192000" cy="533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Profit Margin By Markets">
            <a:extLst>
              <a:ext uri="{FF2B5EF4-FFF2-40B4-BE49-F238E27FC236}">
                <a16:creationId xmlns:a16="http://schemas.microsoft.com/office/drawing/2014/main" xmlns="" id="{528D774A-7AF2-4370-9723-EEB544B4F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341" y="0"/>
            <a:ext cx="2967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ales Quantity By Market">
            <a:extLst>
              <a:ext uri="{FF2B5EF4-FFF2-40B4-BE49-F238E27FC236}">
                <a16:creationId xmlns:a16="http://schemas.microsoft.com/office/drawing/2014/main" xmlns="" id="{72DC4442-C17F-487B-89E8-9ED5E9252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7659"/>
            <a:ext cx="12192000" cy="468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Top 5 Customers">
            <a:extLst>
              <a:ext uri="{FF2B5EF4-FFF2-40B4-BE49-F238E27FC236}">
                <a16:creationId xmlns:a16="http://schemas.microsoft.com/office/drawing/2014/main" xmlns="" id="{1116B16A-A371-40A3-B0A8-66D5D83D4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391"/>
            <a:ext cx="12192000" cy="25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Revenue By Year">
            <a:extLst>
              <a:ext uri="{FF2B5EF4-FFF2-40B4-BE49-F238E27FC236}">
                <a16:creationId xmlns:a16="http://schemas.microsoft.com/office/drawing/2014/main" xmlns="" id="{7C9E9D24-D714-4CC2-8326-BC48D7C5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2" y="0"/>
            <a:ext cx="11979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Year">
            <a:extLst>
              <a:ext uri="{FF2B5EF4-FFF2-40B4-BE49-F238E27FC236}">
                <a16:creationId xmlns:a16="http://schemas.microsoft.com/office/drawing/2014/main" xmlns="" id="{BA09D641-A63A-4BF7-8EE5-BE11DA068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475" y="2690812"/>
            <a:ext cx="23050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Month">
            <a:extLst>
              <a:ext uri="{FF2B5EF4-FFF2-40B4-BE49-F238E27FC236}">
                <a16:creationId xmlns:a16="http://schemas.microsoft.com/office/drawing/2014/main" xmlns="" id="{D595C5AE-8C4C-40F9-A38A-1905491D7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2695575"/>
            <a:ext cx="68770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Top 5 Products">
            <a:extLst>
              <a:ext uri="{FF2B5EF4-FFF2-40B4-BE49-F238E27FC236}">
                <a16:creationId xmlns:a16="http://schemas.microsoft.com/office/drawing/2014/main" xmlns="" id="{D1115B69-A536-4BFF-87F6-6B4A771B5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7648"/>
            <a:ext cx="12192000" cy="256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Dashboard 1">
            <a:extLst>
              <a:ext uri="{FF2B5EF4-FFF2-40B4-BE49-F238E27FC236}">
                <a16:creationId xmlns:a16="http://schemas.microsoft.com/office/drawing/2014/main" xmlns="" id="{25786A6D-F023-44F0-A73D-FBB79D2FB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705"/>
            <a:ext cx="12192000" cy="645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Dashboard - Profit Analysis">
            <a:extLst>
              <a:ext uri="{FF2B5EF4-FFF2-40B4-BE49-F238E27FC236}">
                <a16:creationId xmlns:a16="http://schemas.microsoft.com/office/drawing/2014/main" xmlns="" id="{910B762E-635F-44AB-A324-7B20EE2CC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705"/>
            <a:ext cx="12192000" cy="645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Profit">
            <a:extLst>
              <a:ext uri="{FF2B5EF4-FFF2-40B4-BE49-F238E27FC236}">
                <a16:creationId xmlns:a16="http://schemas.microsoft.com/office/drawing/2014/main" xmlns="" id="{1845464A-D3AF-45B0-A896-422C0559E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2728912"/>
            <a:ext cx="11430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Profit Trend">
            <a:extLst>
              <a:ext uri="{FF2B5EF4-FFF2-40B4-BE49-F238E27FC236}">
                <a16:creationId xmlns:a16="http://schemas.microsoft.com/office/drawing/2014/main" xmlns="" id="{8F778677-7A76-409C-AC46-F68EED17E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085" y="0"/>
            <a:ext cx="8466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Customer Table">
            <a:extLst>
              <a:ext uri="{FF2B5EF4-FFF2-40B4-BE49-F238E27FC236}">
                <a16:creationId xmlns:a16="http://schemas.microsoft.com/office/drawing/2014/main" xmlns="" id="{102C59DB-AE4C-414C-AB6D-A3E0C0157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451" y="0"/>
            <a:ext cx="4259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Pie Chart">
            <a:extLst>
              <a:ext uri="{FF2B5EF4-FFF2-40B4-BE49-F238E27FC236}">
                <a16:creationId xmlns:a16="http://schemas.microsoft.com/office/drawing/2014/main" xmlns="" id="{4DEA51C3-C505-4568-A33A-D946F4AEC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7" y="0"/>
            <a:ext cx="12055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Custom</PresentationFormat>
  <Paragraphs>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Project-1 Book Completed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Project-1 Book Completed</dc:title>
  <dc:creator/>
  <cp:lastModifiedBy>Gulshan</cp:lastModifiedBy>
  <cp:revision>1</cp:revision>
  <dcterms:created xsi:type="dcterms:W3CDTF">2023-02-05T09:00:45Z</dcterms:created>
  <dcterms:modified xsi:type="dcterms:W3CDTF">2023-02-05T16:00:10Z</dcterms:modified>
</cp:coreProperties>
</file>